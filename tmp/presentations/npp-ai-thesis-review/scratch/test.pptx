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e5aabf108fa4b0d" /><Relationship Type="http://schemas.openxmlformats.org/officeDocument/2006/relationships/extended-properties" Target="/docProps/app.xml" Id="Rd933d929282a407d" /><Relationship Type="http://schemas.openxmlformats.org/officeDocument/2006/relationships/officeDocument" Target="/ppt/presentation.xml" Id="Ra63b12f7e5ec427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a590ffba9fc43e0"/>
  </p:sldMasterIdLst>
  <p:notesMasterIdLst>
    <p:notesMasterId xmlns:r="http://schemas.openxmlformats.org/officeDocument/2006/relationships" r:id="Rcad2a7475f304881"/>
  </p:notesMasterIdLst>
  <p:sldIdLst>
    <p:sldId xmlns:r="http://schemas.openxmlformats.org/officeDocument/2006/relationships" id="256" r:id="R8dc6f93934794847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590ffba9fc43e0" /><Relationship Type="http://schemas.openxmlformats.org/officeDocument/2006/relationships/theme" Target="/ppt/theme/theme1.xml" Id="R1a4623ecbbb04c8b" /><Relationship Type="http://schemas.openxmlformats.org/officeDocument/2006/relationships/notesMaster" Target="/ppt/notesMasters/notesMaster1.xml" Id="Rcad2a7475f304881" /><Relationship Type="http://schemas.openxmlformats.org/officeDocument/2006/relationships/presProps" Target="/ppt/presProps.xml" Id="R1ccb8f5172014428" /><Relationship Type="http://schemas.openxmlformats.org/officeDocument/2006/relationships/viewProps" Target="/ppt/viewProps.xml" Id="R05aae0abfa454265" /><Relationship Type="http://schemas.openxmlformats.org/officeDocument/2006/relationships/tableStyles" Target="/ppt/tableStyles.xml" Id="Racf32f2e61774472" /><Relationship Type="http://schemas.openxmlformats.org/officeDocument/2006/relationships/slide" Target="/ppt/slides/slide1.xml" Id="R8dc6f9393479484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30c040f983c484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3692fb3a9e146c3" /><Relationship Type="http://schemas.openxmlformats.org/officeDocument/2006/relationships/notesMaster" Target="/ppt/notesMasters/notesMaster1.xml" Id="Rd85f47ca48d94f8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0d7aa1022a4b09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d74d11f3d6544983" /><Relationship Type="http://schemas.openxmlformats.org/officeDocument/2006/relationships/slideLayout" Target="/ppt/slideLayouts/slideLayout2.xml" Id="Rad36bab9c7af43e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d36bab9c7af43e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110ebef7a1e4df2" /><Relationship Type="http://schemas.openxmlformats.org/officeDocument/2006/relationships/notesSlide" Target="/ppt/notesSlides/notesSlide1.xml" Id="Racb4ec49af5f421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05499C-2C55-448B-BF11-79E71F1A2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69164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000" b="1">
                <a:solidFill>
                  <a:srgbClr val="111111"/>
                </a:solidFill>
              </a:defRPr>
            </a:pPr>
            <a:r>
              <a:rPr sz="6000" b="1">
                <a:solidFill>
                  <a:srgbClr val="111111"/>
                </a:solidFill>
              </a:rPr>
              <a:t>Hello</a:t>
            </a:r>
          </a:p>
        </p:txBody>
      </p:sp>
    </p:spTree>
    <p:extLst>
      <p:ext uri="{BB962C8B-B14F-4D97-AF65-F5344CB8AC3E}">
        <p14:creationId xmlns:p14="http://schemas.microsoft.com/office/powerpoint/2010/main" val="20080680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2026-04-30T06:22:44.6220000Z</dcterms:created>
  <dcterms:modified xsi:type="dcterms:W3CDTF">2026-04-30T06:22:44.6230000Z</dcterms:modified>
</coreProperties>
</file>